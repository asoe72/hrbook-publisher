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5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6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7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8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9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10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11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12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13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14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15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16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47" r:id="rId2"/>
    <p:sldMasterId id="2147483752" r:id="rId3"/>
    <p:sldMasterId id="2147483758" r:id="rId4"/>
    <p:sldMasterId id="2147483764" r:id="rId5"/>
    <p:sldMasterId id="2147483774" r:id="rId6"/>
    <p:sldMasterId id="2147483780" r:id="rId7"/>
    <p:sldMasterId id="2147483786" r:id="rId8"/>
    <p:sldMasterId id="2147483792" r:id="rId9"/>
    <p:sldMasterId id="2147483798" r:id="rId10"/>
    <p:sldMasterId id="2147483804" r:id="rId11"/>
    <p:sldMasterId id="2147483810" r:id="rId12"/>
    <p:sldMasterId id="2147483816" r:id="rId13"/>
    <p:sldMasterId id="2147483822" r:id="rId14"/>
    <p:sldMasterId id="2147483828" r:id="rId15"/>
    <p:sldMasterId id="2147483834" r:id="rId16"/>
    <p:sldMasterId id="2147483840" r:id="rId17"/>
  </p:sldMasterIdLst>
  <p:notesMasterIdLst>
    <p:notesMasterId r:id="rId30"/>
  </p:notesMasterIdLst>
  <p:handoutMasterIdLst>
    <p:handoutMasterId r:id="rId31"/>
  </p:handoutMasterIdLst>
  <p:sldIdLst>
    <p:sldId id="510" r:id="rId18"/>
    <p:sldId id="871" r:id="rId19"/>
    <p:sldId id="866" r:id="rId20"/>
    <p:sldId id="865" r:id="rId21"/>
    <p:sldId id="867" r:id="rId22"/>
    <p:sldId id="860" r:id="rId23"/>
    <p:sldId id="844" r:id="rId24"/>
    <p:sldId id="868" r:id="rId25"/>
    <p:sldId id="859" r:id="rId26"/>
    <p:sldId id="870" r:id="rId27"/>
    <p:sldId id="869" r:id="rId28"/>
    <p:sldId id="856" r:id="rId29"/>
  </p:sldIdLst>
  <p:sldSz cx="9906000" cy="6858000" type="A4"/>
  <p:notesSz cx="6807200" cy="9939338"/>
  <p:defaultTextStyle>
    <a:defPPr>
      <a:defRPr lang="ko-KR"/>
    </a:defPPr>
    <a:lvl1pPr marL="0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8515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7027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5543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4056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2571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71083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49597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28110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" userDrawn="1">
          <p15:clr>
            <a:srgbClr val="A4A3A4"/>
          </p15:clr>
        </p15:guide>
        <p15:guide id="5" pos="3402">
          <p15:clr>
            <a:srgbClr val="A4A3A4"/>
          </p15:clr>
        </p15:guide>
        <p15:guide id="7" pos="5842" userDrawn="1">
          <p15:clr>
            <a:srgbClr val="A4A3A4"/>
          </p15:clr>
        </p15:guide>
        <p15:guide id="8" pos="489" userDrawn="1">
          <p15:clr>
            <a:srgbClr val="A4A3A4"/>
          </p15:clr>
        </p15:guide>
        <p15:guide id="11" orient="horz" pos="73" userDrawn="1">
          <p15:clr>
            <a:srgbClr val="A4A3A4"/>
          </p15:clr>
        </p15:guide>
        <p15:guide id="12" orient="horz" userDrawn="1">
          <p15:clr>
            <a:srgbClr val="A4A3A4"/>
          </p15:clr>
        </p15:guide>
        <p15:guide id="14" orient="horz" pos="799">
          <p15:clr>
            <a:srgbClr val="A4A3A4"/>
          </p15:clr>
        </p15:guide>
        <p15:guide id="15" orient="horz" pos="2523" userDrawn="1">
          <p15:clr>
            <a:srgbClr val="A4A3A4"/>
          </p15:clr>
        </p15:guide>
        <p15:guide id="16" orient="horz" pos="3929" userDrawn="1">
          <p15:clr>
            <a:srgbClr val="A4A3A4"/>
          </p15:clr>
        </p15:guide>
        <p15:guide id="19" orient="horz" pos="4320" userDrawn="1">
          <p15:clr>
            <a:srgbClr val="A4A3A4"/>
          </p15:clr>
        </p15:guide>
        <p15:guide id="20" orient="horz" pos="2976">
          <p15:clr>
            <a:srgbClr val="A4A3A4"/>
          </p15:clr>
        </p15:guide>
        <p15:guide id="22" pos="3256" userDrawn="1">
          <p15:clr>
            <a:srgbClr val="A4A3A4"/>
          </p15:clr>
        </p15:guide>
        <p15:guide id="23" pos="3120">
          <p15:clr>
            <a:srgbClr val="A4A3A4"/>
          </p15:clr>
        </p15:guide>
        <p15:guide id="27" pos="6240" userDrawn="1">
          <p15:clr>
            <a:srgbClr val="A4A3A4"/>
          </p15:clr>
        </p15:guide>
        <p15:guide id="34" pos="262" userDrawn="1">
          <p15:clr>
            <a:srgbClr val="A4A3A4"/>
          </p15:clr>
        </p15:guide>
        <p15:guide id="35" pos="353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30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B058"/>
    <a:srgbClr val="A2D368"/>
    <a:srgbClr val="3AB98C"/>
    <a:srgbClr val="AED0B4"/>
    <a:srgbClr val="034EA2"/>
    <a:srgbClr val="009999"/>
    <a:srgbClr val="DDD9C4"/>
    <a:srgbClr val="FFC000"/>
    <a:srgbClr val="00469E"/>
    <a:srgbClr val="F5B3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1" autoAdjust="0"/>
    <p:restoredTop sz="92674" autoAdjust="0"/>
  </p:normalViewPr>
  <p:slideViewPr>
    <p:cSldViewPr>
      <p:cViewPr>
        <p:scale>
          <a:sx n="100" d="100"/>
          <a:sy n="100" d="100"/>
        </p:scale>
        <p:origin x="-690" y="-78"/>
      </p:cViewPr>
      <p:guideLst>
        <p:guide orient="horz" pos="28"/>
        <p:guide orient="horz" pos="73"/>
        <p:guide orient="horz"/>
        <p:guide orient="horz" pos="799"/>
        <p:guide orient="horz" pos="2523"/>
        <p:guide orient="horz" pos="3929"/>
        <p:guide orient="horz" pos="4320"/>
        <p:guide orient="horz" pos="2976"/>
        <p:guide pos="3402"/>
        <p:guide pos="5842"/>
        <p:guide pos="489"/>
        <p:guide pos="3256"/>
        <p:guide pos="3120"/>
        <p:guide pos="6240"/>
        <p:guide pos="262"/>
        <p:guide pos="35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6630"/>
    </p:cViewPr>
  </p:sorterViewPr>
  <p:notesViewPr>
    <p:cSldViewPr>
      <p:cViewPr varScale="1">
        <p:scale>
          <a:sx n="75" d="100"/>
          <a:sy n="75" d="100"/>
        </p:scale>
        <p:origin x="-2700" y="-114"/>
      </p:cViewPr>
      <p:guideLst>
        <p:guide orient="horz" pos="3130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29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49575" cy="498475"/>
          </a:xfrm>
          <a:prstGeom prst="rect">
            <a:avLst/>
          </a:prstGeom>
        </p:spPr>
        <p:txBody>
          <a:bodyPr vert="horz" lIns="91408" tIns="45703" rIns="91408" bIns="4570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42" y="2"/>
            <a:ext cx="2949575" cy="498475"/>
          </a:xfrm>
          <a:prstGeom prst="rect">
            <a:avLst/>
          </a:prstGeom>
        </p:spPr>
        <p:txBody>
          <a:bodyPr vert="horz" lIns="91408" tIns="45703" rIns="91408" bIns="45703" rtlCol="0"/>
          <a:lstStyle>
            <a:lvl1pPr algn="r">
              <a:defRPr sz="1200"/>
            </a:lvl1pPr>
          </a:lstStyle>
          <a:p>
            <a:fld id="{49D932DE-8A0D-40AF-9659-A4C115C9587F}" type="datetimeFigureOut">
              <a:rPr lang="ko-KR" altLang="en-US" smtClean="0"/>
              <a:pPr/>
              <a:t>2022-06-12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9440866"/>
            <a:ext cx="2949575" cy="498475"/>
          </a:xfrm>
          <a:prstGeom prst="rect">
            <a:avLst/>
          </a:prstGeom>
        </p:spPr>
        <p:txBody>
          <a:bodyPr vert="horz" lIns="91408" tIns="45703" rIns="91408" bIns="4570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42" y="9440866"/>
            <a:ext cx="2949575" cy="498475"/>
          </a:xfrm>
          <a:prstGeom prst="rect">
            <a:avLst/>
          </a:prstGeom>
        </p:spPr>
        <p:txBody>
          <a:bodyPr vert="horz" lIns="91408" tIns="45703" rIns="91408" bIns="45703" rtlCol="0" anchor="b"/>
          <a:lstStyle>
            <a:lvl1pPr algn="r">
              <a:defRPr sz="1200"/>
            </a:lvl1pPr>
          </a:lstStyle>
          <a:p>
            <a:fld id="{262011A6-A062-422F-8D20-70382C536C6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43225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49786" cy="496967"/>
          </a:xfrm>
          <a:prstGeom prst="rect">
            <a:avLst/>
          </a:prstGeom>
        </p:spPr>
        <p:txBody>
          <a:bodyPr vert="horz" lIns="91408" tIns="45703" rIns="91408" bIns="4570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40" y="2"/>
            <a:ext cx="2949786" cy="496967"/>
          </a:xfrm>
          <a:prstGeom prst="rect">
            <a:avLst/>
          </a:prstGeom>
        </p:spPr>
        <p:txBody>
          <a:bodyPr vert="horz" lIns="91408" tIns="45703" rIns="91408" bIns="45703" rtlCol="0"/>
          <a:lstStyle>
            <a:lvl1pPr algn="r">
              <a:defRPr sz="1200"/>
            </a:lvl1pPr>
          </a:lstStyle>
          <a:p>
            <a:fld id="{A269C484-B9D3-467B-8901-2C1CB238AA1D}" type="datetimeFigureOut">
              <a:rPr lang="ko-KR" altLang="en-US" smtClean="0"/>
              <a:pPr/>
              <a:t>2022-06-12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8" tIns="45703" rIns="91408" bIns="45703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21187"/>
            <a:ext cx="5445760" cy="4472702"/>
          </a:xfrm>
          <a:prstGeom prst="rect">
            <a:avLst/>
          </a:prstGeom>
        </p:spPr>
        <p:txBody>
          <a:bodyPr vert="horz" lIns="91408" tIns="45703" rIns="91408" bIns="45703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0649"/>
            <a:ext cx="2949786" cy="496967"/>
          </a:xfrm>
          <a:prstGeom prst="rect">
            <a:avLst/>
          </a:prstGeom>
        </p:spPr>
        <p:txBody>
          <a:bodyPr vert="horz" lIns="91408" tIns="45703" rIns="91408" bIns="4570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40" y="9440649"/>
            <a:ext cx="2949786" cy="496967"/>
          </a:xfrm>
          <a:prstGeom prst="rect">
            <a:avLst/>
          </a:prstGeom>
        </p:spPr>
        <p:txBody>
          <a:bodyPr vert="horz" lIns="91408" tIns="45703" rIns="91408" bIns="45703" rtlCol="0" anchor="b"/>
          <a:lstStyle>
            <a:lvl1pPr algn="r">
              <a:defRPr sz="1200"/>
            </a:lvl1pPr>
          </a:lstStyle>
          <a:p>
            <a:fld id="{1B2419FC-61E7-4530-ABDA-4B4881499DA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354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38562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877122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15684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754244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192805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31367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069926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08488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094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094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094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094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094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094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094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0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0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4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0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4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0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4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0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0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4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10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4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0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4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10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10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10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5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4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10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6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4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10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928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750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661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384068" y="512680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현대체Medium" panose="02020603020101020101" pitchFamily="18" charset="-127"/>
              <a:ea typeface="현대체Medium" panose="02020603020101020101" pitchFamily="18" charset="-127"/>
            </a:endParaRPr>
          </a:p>
        </p:txBody>
      </p:sp>
      <p:sp>
        <p:nvSpPr>
          <p:cNvPr id="5" name="Rectangle 17"/>
          <p:cNvSpPr>
            <a:spLocks noChangeArrowheads="1"/>
          </p:cNvSpPr>
          <p:nvPr userDrawn="1"/>
        </p:nvSpPr>
        <p:spPr bwMode="auto">
          <a:xfrm flipH="1">
            <a:off x="9575691" y="1029696"/>
            <a:ext cx="393566" cy="19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43856" rIns="0" bIns="43856"/>
          <a:lstStyle/>
          <a:p>
            <a:pPr algn="ctr">
              <a:lnSpc>
                <a:spcPct val="100000"/>
              </a:lnSpc>
              <a:defRPr/>
            </a:pPr>
            <a:fld id="{2BB8872E-4CE4-4DE7-BA1A-F3F28E5123FF}" type="slidenum">
              <a:rPr lang="en-US" altLang="ko-KR" sz="800" i="0">
                <a:solidFill>
                  <a:schemeClr val="bg1"/>
                </a:solidFill>
                <a:latin typeface="현대체Medium" panose="02020603020101020101" pitchFamily="18" charset="-127"/>
                <a:ea typeface="현대체Medium" panose="02020603020101020101" pitchFamily="18" charset="-127"/>
                <a:cs typeface="Arial" pitchFamily="34" charset="0"/>
              </a:rPr>
              <a:pPr algn="ctr">
                <a:lnSpc>
                  <a:spcPct val="100000"/>
                </a:lnSpc>
                <a:defRPr/>
              </a:pPr>
              <a:t>‹#›</a:t>
            </a:fld>
            <a:endParaRPr lang="en-US" altLang="ko-KR" sz="800" i="0" dirty="0">
              <a:solidFill>
                <a:schemeClr val="bg1"/>
              </a:solidFill>
              <a:latin typeface="현대체Medium" panose="02020603020101020101" pitchFamily="18" charset="-127"/>
              <a:ea typeface="현대체Medium" panose="02020603020101020101" pitchFamily="18" charset="-127"/>
              <a:cs typeface="Arial" pitchFamily="34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541" y="-8850"/>
            <a:ext cx="2514967" cy="1375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9040717" y="6500509"/>
            <a:ext cx="736819" cy="31286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>
                <a:latin typeface="현대체Medium" panose="02020603020101020101" pitchFamily="18" charset="-127"/>
                <a:ea typeface="현대체Medium" panose="02020603020101020101" pitchFamily="18" charset="-127"/>
              </a:rPr>
              <a:pPr/>
              <a:t>‹#›</a:t>
            </a:fld>
            <a:endParaRPr lang="ko-KR" altLang="en-US" sz="1050" dirty="0">
              <a:latin typeface="현대체Medium" panose="02020603020101020101" pitchFamily="18" charset="-127"/>
              <a:ea typeface="현대체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9368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fld id="{D0D33BF8-E5D0-4F2E-9A1C-DC1F20FFC8F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현대체Medium" panose="02020603020101020101" pitchFamily="18" charset="-127"/>
              <a:ea typeface="현대체Medium" panose="02020603020101020101" pitchFamily="18" charset="-127"/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858135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121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410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5084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1442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1928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2450" y="6498218"/>
            <a:ext cx="9903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830A7F3-CEB5-42D3-A49B-D9F0EC326CBE}" type="slidenum">
              <a:rPr lang="ko-KR" altLang="en-US" sz="1200" b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 algn="ctr"/>
              <a:t>‹#›</a:t>
            </a:fld>
            <a:endParaRPr lang="ko-KR" altLang="en-US" sz="12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1038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03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213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7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" name="Rectangle 17"/>
          <p:cNvSpPr>
            <a:spLocks noChangeArrowheads="1"/>
          </p:cNvSpPr>
          <p:nvPr userDrawn="1"/>
        </p:nvSpPr>
        <p:spPr bwMode="auto">
          <a:xfrm flipH="1">
            <a:off x="9575691" y="1029696"/>
            <a:ext cx="393566" cy="19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43856" rIns="0" bIns="43856"/>
          <a:lstStyle/>
          <a:p>
            <a:pPr algn="ctr">
              <a:defRPr/>
            </a:pPr>
            <a:fld id="{2BB8872E-4CE4-4DE7-BA1A-F3F28E5123FF}" type="slidenum">
              <a:rPr lang="en-US" altLang="ko-KR" sz="800">
                <a:solidFill>
                  <a:prstClr val="white"/>
                </a:solidFill>
                <a:latin typeface="현대체Medium" panose="02020603020101020101" pitchFamily="18" charset="-127"/>
                <a:ea typeface="현대체Medium" panose="02020603020101020101" pitchFamily="18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en-US" altLang="ko-KR" sz="800" dirty="0">
              <a:solidFill>
                <a:prstClr val="white"/>
              </a:solidFill>
              <a:latin typeface="현대체Medium" panose="02020603020101020101" pitchFamily="18" charset="-127"/>
              <a:ea typeface="현대체Medium" panose="02020603020101020101" pitchFamily="18" charset="-127"/>
              <a:cs typeface="Arial" pitchFamily="34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541" y="-8850"/>
            <a:ext cx="2514967" cy="1375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8277239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18830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영문) 제목 1~3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1" y="-1"/>
            <a:ext cx="9906000" cy="4111625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800" dirty="0">
              <a:solidFill>
                <a:prstClr val="white"/>
              </a:solidFill>
            </a:endParaRPr>
          </a:p>
        </p:txBody>
      </p:sp>
      <p:pic>
        <p:nvPicPr>
          <p:cNvPr id="9" name="Picture 3" descr="C:\Users\HHI\Desktop\CI\HHI CI\PNG\Hyundai_CI_whit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65370" y="3173452"/>
            <a:ext cx="1188000" cy="26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HHI\Desktop\global-leader-gray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9121" y="548680"/>
            <a:ext cx="1271345" cy="177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1"/>
          <p:cNvSpPr>
            <a:spLocks noGrp="1"/>
          </p:cNvSpPr>
          <p:nvPr>
            <p:ph type="ctrTitle" hasCustomPrompt="1"/>
          </p:nvPr>
        </p:nvSpPr>
        <p:spPr>
          <a:xfrm>
            <a:off x="814936" y="1052736"/>
            <a:ext cx="7378402" cy="1707718"/>
          </a:xfrm>
        </p:spPr>
        <p:txBody>
          <a:bodyPr>
            <a:normAutofit/>
          </a:bodyPr>
          <a:lstStyle>
            <a:lvl1pPr>
              <a:lnSpc>
                <a:spcPts val="4500"/>
              </a:lnSpc>
              <a:defRPr sz="4000" baseline="0">
                <a:solidFill>
                  <a:schemeClr val="bg1"/>
                </a:solidFill>
                <a:latin typeface="현대체 Bold" panose="02020503020101020101" pitchFamily="18" charset="-127"/>
                <a:ea typeface="현대체 Bold" panose="02020503020101020101" pitchFamily="18" charset="-127"/>
                <a:cs typeface="현대체 Bold" panose="02020503020101020101" pitchFamily="18" charset="-127"/>
              </a:defRPr>
            </a:lvl1pPr>
          </a:lstStyle>
          <a:p>
            <a:r>
              <a:rPr lang="en-US" altLang="ko-KR" dirty="0" smtClean="0"/>
              <a:t>1~3</a:t>
            </a:r>
            <a:r>
              <a:rPr lang="ko-KR" altLang="en-US" dirty="0" smtClean="0"/>
              <a:t>줄</a:t>
            </a:r>
            <a:r>
              <a:rPr lang="en-US" altLang="ko-KR" dirty="0" smtClean="0"/>
              <a:t> </a:t>
            </a:r>
            <a:r>
              <a:rPr lang="ko-KR" altLang="en-US" dirty="0" smtClean="0"/>
              <a:t>제목 입력</a:t>
            </a:r>
            <a:endParaRPr lang="ko-KR" altLang="en-US" dirty="0"/>
          </a:p>
        </p:txBody>
      </p:sp>
      <p:sp>
        <p:nvSpPr>
          <p:cNvPr id="12" name="텍스트 개체 틀 9"/>
          <p:cNvSpPr>
            <a:spLocks noGrp="1"/>
          </p:cNvSpPr>
          <p:nvPr>
            <p:ph type="body" sz="quarter" idx="13" hasCustomPrompt="1"/>
          </p:nvPr>
        </p:nvSpPr>
        <p:spPr>
          <a:xfrm>
            <a:off x="815599" y="3212149"/>
            <a:ext cx="7377379" cy="2889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현대체 Medium" panose="02020503020101020101" pitchFamily="18" charset="-127"/>
              <a:buNone/>
              <a:tabLst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현대체 Medium" panose="02020503020101020101" pitchFamily="18" charset="-127"/>
              <a:buNone/>
              <a:tabLst/>
              <a:defRPr/>
            </a:pPr>
            <a:r>
              <a:rPr lang="ko-KR" altLang="en-US" dirty="0" smtClean="0"/>
              <a:t>날짜</a:t>
            </a:r>
          </a:p>
        </p:txBody>
      </p:sp>
      <p:sp>
        <p:nvSpPr>
          <p:cNvPr id="1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815601" y="2909854"/>
            <a:ext cx="7377760" cy="360040"/>
          </a:xfrm>
        </p:spPr>
        <p:txBody>
          <a:bodyPr/>
          <a:lstStyle>
            <a:lvl1pPr marL="0" indent="0" algn="l"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소속</a:t>
            </a:r>
            <a:r>
              <a:rPr lang="en-US" altLang="ko-KR" dirty="0" smtClean="0"/>
              <a:t> </a:t>
            </a:r>
            <a:r>
              <a:rPr lang="ko-KR" altLang="en-US" dirty="0" smtClean="0"/>
              <a:t>및 발표자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483980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국문) 제목 1~3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1" y="-1"/>
            <a:ext cx="9906000" cy="4111625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800" dirty="0">
              <a:solidFill>
                <a:prstClr val="white"/>
              </a:solidFill>
            </a:endParaRPr>
          </a:p>
        </p:txBody>
      </p:sp>
      <p:pic>
        <p:nvPicPr>
          <p:cNvPr id="15" name="Picture 2" descr="C:\Users\HHI\Desktop\global-leader-gray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9121" y="548680"/>
            <a:ext cx="1271345" cy="177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1"/>
          <p:cNvSpPr>
            <a:spLocks noGrp="1"/>
          </p:cNvSpPr>
          <p:nvPr>
            <p:ph type="ctrTitle" hasCustomPrompt="1"/>
          </p:nvPr>
        </p:nvSpPr>
        <p:spPr>
          <a:xfrm>
            <a:off x="814936" y="1052736"/>
            <a:ext cx="7378402" cy="1707718"/>
          </a:xfrm>
        </p:spPr>
        <p:txBody>
          <a:bodyPr>
            <a:normAutofit/>
          </a:bodyPr>
          <a:lstStyle>
            <a:lvl1pPr>
              <a:lnSpc>
                <a:spcPts val="4500"/>
              </a:lnSpc>
              <a:defRPr sz="4000" baseline="0">
                <a:solidFill>
                  <a:schemeClr val="bg1"/>
                </a:solidFill>
                <a:latin typeface="현대체 Bold" panose="02020503020101020101" pitchFamily="18" charset="-127"/>
                <a:ea typeface="현대체 Bold" panose="02020503020101020101" pitchFamily="18" charset="-127"/>
                <a:cs typeface="현대체 Bold" panose="02020503020101020101" pitchFamily="18" charset="-127"/>
              </a:defRPr>
            </a:lvl1pPr>
          </a:lstStyle>
          <a:p>
            <a:r>
              <a:rPr lang="en-US" altLang="ko-KR" dirty="0" smtClean="0"/>
              <a:t>1~3</a:t>
            </a:r>
            <a:r>
              <a:rPr lang="ko-KR" altLang="en-US" dirty="0" smtClean="0"/>
              <a:t>줄 제목 입력</a:t>
            </a:r>
            <a:endParaRPr lang="ko-KR" altLang="en-US" dirty="0"/>
          </a:p>
        </p:txBody>
      </p:sp>
      <p:sp>
        <p:nvSpPr>
          <p:cNvPr id="12" name="텍스트 개체 틀 9"/>
          <p:cNvSpPr>
            <a:spLocks noGrp="1"/>
          </p:cNvSpPr>
          <p:nvPr>
            <p:ph type="body" sz="quarter" idx="13" hasCustomPrompt="1"/>
          </p:nvPr>
        </p:nvSpPr>
        <p:spPr>
          <a:xfrm>
            <a:off x="815599" y="3212149"/>
            <a:ext cx="7377379" cy="2889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현대체 Medium" panose="02020503020101020101" pitchFamily="18" charset="-127"/>
              <a:buNone/>
              <a:tabLst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현대체 Medium" panose="02020503020101020101" pitchFamily="18" charset="-127"/>
              <a:buNone/>
              <a:tabLst/>
              <a:defRPr/>
            </a:pPr>
            <a:r>
              <a:rPr lang="ko-KR" altLang="en-US" dirty="0" smtClean="0"/>
              <a:t>날짜</a:t>
            </a:r>
          </a:p>
        </p:txBody>
      </p:sp>
      <p:sp>
        <p:nvSpPr>
          <p:cNvPr id="1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815601" y="2909854"/>
            <a:ext cx="7377760" cy="360040"/>
          </a:xfrm>
        </p:spPr>
        <p:txBody>
          <a:bodyPr/>
          <a:lstStyle>
            <a:lvl1pPr marL="0" indent="0" algn="l"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소속</a:t>
            </a:r>
            <a:r>
              <a:rPr lang="en-US" altLang="ko-KR" dirty="0" smtClean="0"/>
              <a:t> </a:t>
            </a:r>
            <a:r>
              <a:rPr lang="ko-KR" altLang="en-US" dirty="0" smtClean="0"/>
              <a:t>및 발표자</a:t>
            </a:r>
            <a:endParaRPr lang="en-US" altLang="ko-KR" dirty="0" smtClean="0"/>
          </a:p>
        </p:txBody>
      </p:sp>
      <p:pic>
        <p:nvPicPr>
          <p:cNvPr id="3" name="Picture 2" descr="C:\Users\A504814\Documents\2016년\CI\현대로보틱스 임시 CI\PNG\현대로보틱스_임시CI_영문_컬러_흰색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45288" y="3847472"/>
            <a:ext cx="2261770" cy="16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 userDrawn="1"/>
        </p:nvSpPr>
        <p:spPr>
          <a:xfrm>
            <a:off x="8265368" y="260648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6014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국,영문) 배경이미지용 제목 가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ChangeArrowheads="1"/>
          </p:cNvSpPr>
          <p:nvPr userDrawn="1"/>
        </p:nvSpPr>
        <p:spPr bwMode="gray">
          <a:xfrm flipV="1">
            <a:off x="23492" y="6369641"/>
            <a:ext cx="9120508" cy="24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scene3d>
            <a:camera prst="orthographicFront">
              <a:rot lat="0" lon="10800000" rev="0"/>
            </a:camera>
            <a:lightRig rig="threePt" dir="t"/>
          </a:scene3d>
        </p:spPr>
        <p:txBody>
          <a:bodyPr wrap="none" lIns="74295" tIns="37148" rIns="74295" bIns="37148" anchor="ctr"/>
          <a:lstStyle/>
          <a:p>
            <a:pPr algn="ctr" defTabSz="914400" latinLnBrk="0">
              <a:defRPr/>
            </a:pPr>
            <a:r>
              <a:rPr lang="en-US" altLang="ko-KR" sz="2000" dirty="0">
                <a:solidFill>
                  <a:srgbClr val="4D4C4E"/>
                </a:solidFill>
                <a:latin typeface="Times New Roman" pitchFamily="18" charset="0"/>
                <a:ea typeface="굴림" pitchFamily="50" charset="-127"/>
              </a:rPr>
              <a:t> </a:t>
            </a:r>
          </a:p>
        </p:txBody>
      </p:sp>
      <p:pic>
        <p:nvPicPr>
          <p:cNvPr id="7" name="Picture 9" descr="도안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" y="1"/>
            <a:ext cx="1885950" cy="47088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>
            <a:spLocks noChangeArrowheads="1"/>
          </p:cNvSpPr>
          <p:nvPr userDrawn="1"/>
        </p:nvSpPr>
        <p:spPr bwMode="gray">
          <a:xfrm>
            <a:off x="0" y="499966"/>
            <a:ext cx="9906000" cy="6095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lIns="74244" tIns="37123" rIns="74244" bIns="37123" anchor="ctr"/>
          <a:lstStyle/>
          <a:p>
            <a:pPr algn="ctr" defTabSz="914400" latinLnBrk="0">
              <a:defRPr/>
            </a:pPr>
            <a:r>
              <a:rPr lang="en-US" altLang="ko-KR" sz="2000" dirty="0">
                <a:solidFill>
                  <a:srgbClr val="4D4C4E"/>
                </a:solidFill>
                <a:latin typeface="Times New Roman" pitchFamily="18" charset="0"/>
                <a:ea typeface="굴림" pitchFamily="50" charset="-127"/>
              </a:rPr>
              <a:t> </a:t>
            </a:r>
          </a:p>
        </p:txBody>
      </p:sp>
      <p:sp>
        <p:nvSpPr>
          <p:cNvPr id="10" name="Rectangle 8"/>
          <p:cNvSpPr>
            <a:spLocks noChangeArrowheads="1"/>
          </p:cNvSpPr>
          <p:nvPr userDrawn="1"/>
        </p:nvSpPr>
        <p:spPr bwMode="gray">
          <a:xfrm flipV="1">
            <a:off x="23497" y="6369710"/>
            <a:ext cx="9882503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scene3d>
            <a:camera prst="orthographicFront">
              <a:rot lat="0" lon="10800000" rev="0"/>
            </a:camera>
            <a:lightRig rig="threePt" dir="t"/>
          </a:scene3d>
        </p:spPr>
        <p:txBody>
          <a:bodyPr wrap="none" lIns="74244" tIns="37123" rIns="74244" bIns="37123" anchor="ctr"/>
          <a:lstStyle/>
          <a:p>
            <a:pPr algn="ctr" defTabSz="914400" latinLnBrk="0">
              <a:defRPr/>
            </a:pPr>
            <a:r>
              <a:rPr lang="en-US" altLang="ko-KR" sz="2000" dirty="0">
                <a:solidFill>
                  <a:srgbClr val="4D4C4E"/>
                </a:solidFill>
                <a:latin typeface="Times New Roman" pitchFamily="18" charset="0"/>
                <a:ea typeface="굴림" pitchFamily="50" charset="-127"/>
              </a:rPr>
              <a:t> </a:t>
            </a:r>
          </a:p>
        </p:txBody>
      </p:sp>
      <p:sp>
        <p:nvSpPr>
          <p:cNvPr id="11" name="직사각형 10"/>
          <p:cNvSpPr/>
          <p:nvPr userDrawn="1"/>
        </p:nvSpPr>
        <p:spPr>
          <a:xfrm>
            <a:off x="7519898" y="6503401"/>
            <a:ext cx="23861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914400"/>
            <a:r>
              <a:rPr lang="en-US" altLang="ko-KR" sz="1400" b="1" dirty="0">
                <a:solidFill>
                  <a:srgbClr val="3333FF"/>
                </a:solidFill>
                <a:latin typeface="맑은 고딕" pitchFamily="50" charset="-127"/>
                <a:ea typeface="맑은 고딕" pitchFamily="50" charset="-127"/>
              </a:rPr>
              <a:t>“Smart Factory Designer”</a:t>
            </a:r>
            <a:endParaRPr lang="ko-KR" altLang="en-US" sz="1400" dirty="0">
              <a:solidFill>
                <a:srgbClr val="4D4C4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376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/>
          <p:cNvSpPr>
            <a:spLocks noChangeArrowheads="1"/>
          </p:cNvSpPr>
          <p:nvPr userDrawn="1"/>
        </p:nvSpPr>
        <p:spPr bwMode="gray">
          <a:xfrm>
            <a:off x="29" y="507856"/>
            <a:ext cx="9907905" cy="4579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rgbClr val="0070C0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lIns="74244" tIns="37123" rIns="74244" bIns="37123" anchor="ctr"/>
          <a:lstStyle/>
          <a:p>
            <a:pPr algn="ctr" defTabSz="914400" latinLnBrk="0">
              <a:defRPr/>
            </a:pPr>
            <a:r>
              <a:rPr lang="en-US" altLang="ko-KR" sz="2000" dirty="0">
                <a:solidFill>
                  <a:srgbClr val="4D4C4E"/>
                </a:solidFill>
              </a:rPr>
              <a:t> </a:t>
            </a:r>
          </a:p>
        </p:txBody>
      </p:sp>
      <p:sp>
        <p:nvSpPr>
          <p:cNvPr id="2" name="직사각형 1"/>
          <p:cNvSpPr/>
          <p:nvPr userDrawn="1"/>
        </p:nvSpPr>
        <p:spPr>
          <a:xfrm>
            <a:off x="-9159" y="2"/>
            <a:ext cx="9915159" cy="508091"/>
          </a:xfrm>
          <a:prstGeom prst="rect">
            <a:avLst/>
          </a:prstGeom>
          <a:solidFill>
            <a:schemeClr val="accent5">
              <a:lumMod val="20000"/>
              <a:lumOff val="80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800">
              <a:noFill/>
            </a:endParaRPr>
          </a:p>
        </p:txBody>
      </p:sp>
      <p:pic>
        <p:nvPicPr>
          <p:cNvPr id="2050" name="Picture 2" descr="C:\Users\A504814\Documents\2016년\CI\현대로보틱스 임시 CI\PNG\현대로보틱스_임시CI_영문_컬러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9241" y="245917"/>
            <a:ext cx="2232248" cy="16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/>
          <p:cNvSpPr>
            <a:spLocks noChangeArrowheads="1"/>
          </p:cNvSpPr>
          <p:nvPr userDrawn="1"/>
        </p:nvSpPr>
        <p:spPr bwMode="gray">
          <a:xfrm>
            <a:off x="-1905" y="6482307"/>
            <a:ext cx="9907905" cy="4163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rgbClr val="0070C0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lIns="74244" tIns="37123" rIns="74244" bIns="37123" anchor="ctr"/>
          <a:lstStyle/>
          <a:p>
            <a:pPr algn="ctr" defTabSz="914400" latinLnBrk="0">
              <a:defRPr/>
            </a:pPr>
            <a:r>
              <a:rPr lang="en-US" altLang="ko-KR" sz="2000" dirty="0">
                <a:solidFill>
                  <a:srgbClr val="4D4C4E"/>
                </a:solidFill>
              </a:rPr>
              <a:t> </a:t>
            </a:r>
          </a:p>
        </p:txBody>
      </p:sp>
      <p:sp>
        <p:nvSpPr>
          <p:cNvPr id="7" name="직각 삼각형 6"/>
          <p:cNvSpPr/>
          <p:nvPr userDrawn="1"/>
        </p:nvSpPr>
        <p:spPr>
          <a:xfrm rot="16200000">
            <a:off x="9852973" y="507564"/>
            <a:ext cx="60959" cy="4571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1"/>
          </p:nvPr>
        </p:nvSpPr>
        <p:spPr>
          <a:xfrm>
            <a:off x="-47516" y="6469664"/>
            <a:ext cx="344488" cy="419400"/>
          </a:xfrm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0061C8C0-D17A-4AB6-8BA3-823AA3DB1276}" type="slidenum">
              <a:rPr lang="ko-KR" altLang="en-US" smtClean="0">
                <a:solidFill>
                  <a:srgbClr val="262627"/>
                </a:solidFill>
              </a:rPr>
              <a:pPr/>
              <a:t>‹#›</a:t>
            </a:fld>
            <a:endParaRPr lang="ko-KR" altLang="en-US" dirty="0">
              <a:solidFill>
                <a:srgbClr val="262627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8306870" y="6523942"/>
            <a:ext cx="15536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914400"/>
            <a:r>
              <a:rPr lang="en-US" altLang="ko-KR" sz="1400" b="1" dirty="0">
                <a:solidFill>
                  <a:srgbClr val="3333FF"/>
                </a:solidFill>
                <a:latin typeface="맑은 고딕" pitchFamily="50" charset="-127"/>
                <a:ea typeface="맑은 고딕" pitchFamily="50" charset="-127"/>
              </a:rPr>
              <a:t>“Robot for You”</a:t>
            </a:r>
            <a:endParaRPr lang="ko-KR" altLang="en-US" sz="1400" dirty="0">
              <a:solidFill>
                <a:srgbClr val="4D4C4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9083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2630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0" y="6525344"/>
            <a:ext cx="9906000" cy="36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9906000" cy="797542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800">
              <a:solidFill>
                <a:prstClr val="white"/>
              </a:solidFill>
            </a:endParaRPr>
          </a:p>
        </p:txBody>
      </p:sp>
      <p:pic>
        <p:nvPicPr>
          <p:cNvPr id="9" name="Picture 2" descr="C:\Users\HHI\Desktop\CI\HHI CI\PNG\Hyundai_CI_whit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89539" y="432488"/>
            <a:ext cx="1188000" cy="26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116632"/>
            <a:ext cx="8424936" cy="626318"/>
          </a:xfrm>
        </p:spPr>
        <p:txBody>
          <a:bodyPr lIns="72000" tIns="0" rIns="0" bIns="0" anchor="b" anchorCtr="0">
            <a:normAutofit/>
          </a:bodyPr>
          <a:lstStyle>
            <a:lvl1pPr algn="l">
              <a:defRPr sz="2800">
                <a:solidFill>
                  <a:schemeClr val="bg1"/>
                </a:solidFill>
                <a:latin typeface="현대체 Bold" panose="02020503020101020101" pitchFamily="18" charset="-127"/>
                <a:ea typeface="현대체 Bold" panose="02020503020101020101" pitchFamily="18" charset="-127"/>
                <a:cs typeface="현대체 Bold" panose="02020503020101020101" pitchFamily="18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8464" y="908720"/>
            <a:ext cx="9649072" cy="5544616"/>
          </a:xfrm>
        </p:spPr>
        <p:txBody>
          <a:bodyPr/>
          <a:lstStyle>
            <a:lvl1pPr>
              <a:defRPr sz="2400">
                <a:latin typeface="현대체 Medium" panose="02020503020101020101" pitchFamily="18" charset="-127"/>
                <a:ea typeface="현대체 Medium" panose="02020503020101020101" pitchFamily="18" charset="-127"/>
                <a:cs typeface="현대체 Medium" panose="02020503020101020101" pitchFamily="18" charset="-127"/>
              </a:defRPr>
            </a:lvl1pPr>
            <a:lvl2pPr>
              <a:defRPr sz="2000">
                <a:latin typeface="현대체 Medium" panose="02020503020101020101" pitchFamily="18" charset="-127"/>
                <a:ea typeface="현대체 Medium" panose="02020503020101020101" pitchFamily="18" charset="-127"/>
                <a:cs typeface="현대체 Medium" panose="02020503020101020101" pitchFamily="18" charset="-127"/>
              </a:defRPr>
            </a:lvl2pPr>
            <a:lvl3pPr marL="1143000" indent="-228600">
              <a:buFont typeface="Wingdings" panose="05000000000000000000" pitchFamily="2" charset="2"/>
              <a:buChar char="ü"/>
              <a:defRPr sz="1800">
                <a:latin typeface="현대체 Medium" panose="02020503020101020101" pitchFamily="18" charset="-127"/>
                <a:ea typeface="현대체 Medium" panose="02020503020101020101" pitchFamily="18" charset="-127"/>
                <a:cs typeface="현대체 Medium" panose="02020503020101020101" pitchFamily="18" charset="-127"/>
              </a:defRPr>
            </a:lvl3pPr>
            <a:lvl4pPr marL="1600200" indent="-228600">
              <a:buFont typeface="Wingdings" panose="05000000000000000000" pitchFamily="2" charset="2"/>
              <a:buChar char="Ø"/>
              <a:defRPr sz="1600">
                <a:latin typeface="현대체 Medium" panose="02020503020101020101" pitchFamily="18" charset="-127"/>
                <a:ea typeface="현대체 Medium" panose="02020503020101020101" pitchFamily="18" charset="-127"/>
                <a:cs typeface="현대체 Medium" panose="02020503020101020101" pitchFamily="18" charset="-127"/>
              </a:defRPr>
            </a:lvl4pPr>
            <a:lvl5pPr>
              <a:defRPr sz="1400">
                <a:latin typeface="현대체 Medium" panose="02020503020101020101" pitchFamily="18" charset="-127"/>
                <a:ea typeface="현대체 Medium" panose="02020503020101020101" pitchFamily="18" charset="-127"/>
                <a:cs typeface="현대체 Medium" panose="02020503020101020101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466136" y="6597352"/>
            <a:ext cx="2311400" cy="216024"/>
          </a:xfrm>
        </p:spPr>
        <p:txBody>
          <a:bodyPr/>
          <a:lstStyle>
            <a:lvl1pPr>
              <a:defRPr>
                <a:latin typeface="현대체 Medium" panose="02020503020101020101" pitchFamily="18" charset="-127"/>
                <a:ea typeface="현대체 Medium" panose="02020503020101020101" pitchFamily="18" charset="-127"/>
                <a:cs typeface="현대체 Medium" panose="02020503020101020101" pitchFamily="18" charset="-127"/>
              </a:defRPr>
            </a:lvl1pPr>
          </a:lstStyle>
          <a:p>
            <a:fld id="{1D4F0E73-014E-48F9-BCAA-6473BCA3ADED}" type="slidenum">
              <a:rPr lang="ko-KR" altLang="en-US" smtClean="0">
                <a:solidFill>
                  <a:srgbClr val="4D4C4E">
                    <a:tint val="75000"/>
                  </a:srgbClr>
                </a:solidFill>
              </a:rPr>
              <a:pPr/>
              <a:t>‹#›</a:t>
            </a:fld>
            <a:endParaRPr lang="ko-KR" altLang="en-US">
              <a:solidFill>
                <a:srgbClr val="4D4C4E">
                  <a:tint val="75000"/>
                </a:srgb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1767" y="6576547"/>
            <a:ext cx="1256719" cy="266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74455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 userDrawn="1"/>
        </p:nvSpPr>
        <p:spPr>
          <a:xfrm>
            <a:off x="0" y="0"/>
            <a:ext cx="990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srgbClr val="4D4C4E">
                  <a:tint val="75000"/>
                </a:srgb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8C0-D17A-4AB6-8BA3-823AA3DB1276}" type="slidenum">
              <a:rPr lang="ko-KR" altLang="en-US" smtClean="0">
                <a:solidFill>
                  <a:srgbClr val="4D4C4E">
                    <a:tint val="75000"/>
                  </a:srgbClr>
                </a:solidFill>
              </a:rPr>
              <a:pPr/>
              <a:t>‹#›</a:t>
            </a:fld>
            <a:endParaRPr lang="ko-KR" altLang="en-US">
              <a:solidFill>
                <a:srgbClr val="4D4C4E">
                  <a:tint val="75000"/>
                </a:srgbClr>
              </a:solidFill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272480" y="652475"/>
            <a:ext cx="7776864" cy="297511"/>
          </a:xfrm>
        </p:spPr>
        <p:txBody>
          <a:bodyPr>
            <a:noAutofit/>
          </a:bodyPr>
          <a:lstStyle/>
          <a:p>
            <a:endParaRPr lang="ko-KR" altLang="en-US" sz="2800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745" y="675762"/>
            <a:ext cx="1214610" cy="288000"/>
          </a:xfrm>
          <a:prstGeom prst="rect">
            <a:avLst/>
          </a:prstGeom>
        </p:spPr>
      </p:pic>
      <p:sp>
        <p:nvSpPr>
          <p:cNvPr id="11" name="직사각형 10"/>
          <p:cNvSpPr/>
          <p:nvPr userDrawn="1"/>
        </p:nvSpPr>
        <p:spPr>
          <a:xfrm>
            <a:off x="8265368" y="116632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7521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98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671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671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384068" y="512680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현대체Medium" panose="02020603020101020101" pitchFamily="18" charset="-127"/>
              <a:ea typeface="현대체Medium" panose="02020603020101020101" pitchFamily="18" charset="-127"/>
            </a:endParaRPr>
          </a:p>
        </p:txBody>
      </p:sp>
      <p:sp>
        <p:nvSpPr>
          <p:cNvPr id="5" name="Rectangle 17"/>
          <p:cNvSpPr>
            <a:spLocks noChangeArrowheads="1"/>
          </p:cNvSpPr>
          <p:nvPr userDrawn="1"/>
        </p:nvSpPr>
        <p:spPr bwMode="auto">
          <a:xfrm flipH="1">
            <a:off x="9575691" y="1029696"/>
            <a:ext cx="393566" cy="19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43856" rIns="0" bIns="43856"/>
          <a:lstStyle/>
          <a:p>
            <a:pPr algn="ctr">
              <a:defRPr/>
            </a:pPr>
            <a:fld id="{2BB8872E-4CE4-4DE7-BA1A-F3F28E5123FF}" type="slidenum">
              <a:rPr lang="en-US" altLang="ko-KR" sz="800">
                <a:solidFill>
                  <a:prstClr val="white"/>
                </a:solidFill>
                <a:latin typeface="현대체Medium" panose="02020603020101020101" pitchFamily="18" charset="-127"/>
                <a:ea typeface="현대체Medium" panose="02020603020101020101" pitchFamily="18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en-US" altLang="ko-KR" sz="800" dirty="0">
              <a:solidFill>
                <a:prstClr val="white"/>
              </a:solidFill>
              <a:latin typeface="현대체Medium" panose="02020603020101020101" pitchFamily="18" charset="-127"/>
              <a:ea typeface="현대체Medium" panose="02020603020101020101" pitchFamily="18" charset="-127"/>
              <a:cs typeface="Arial" pitchFamily="34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541" y="-8850"/>
            <a:ext cx="2514967" cy="1375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9040717" y="6500509"/>
            <a:ext cx="736819" cy="31286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>
                <a:latin typeface="현대체Medium" panose="02020603020101020101" pitchFamily="18" charset="-127"/>
                <a:ea typeface="현대체Medium" panose="02020603020101020101" pitchFamily="18" charset="-127"/>
              </a:rPr>
              <a:pPr/>
              <a:t>‹#›</a:t>
            </a:fld>
            <a:endParaRPr lang="ko-KR" altLang="en-US" sz="1050" dirty="0">
              <a:latin typeface="현대체Medium" panose="02020603020101020101" pitchFamily="18" charset="-127"/>
              <a:ea typeface="현대체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98619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현대체Medium" panose="02020603020101020101" pitchFamily="18" charset="-127"/>
              <a:ea typeface="현대체Medium" panose="02020603020101020101" pitchFamily="18" charset="-127"/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880012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4433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0474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570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6678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119663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479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10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6506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729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440017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22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700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1426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1756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3796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424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32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7344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6539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500027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134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62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1430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714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885155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84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1443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9894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888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900551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629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359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0065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871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546500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6537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120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5802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070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52822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9710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015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4900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926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5047160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433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21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5768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8197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971543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4459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15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477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1717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728205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theme" Target="../theme/theme9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theme" Target="../theme/theme10.xml"/><Relationship Id="rId5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7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theme" Target="../theme/theme11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theme" Target="../theme/theme12.xml"/><Relationship Id="rId5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7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theme" Target="../theme/theme13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7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2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theme" Target="../theme/theme16.xml"/><Relationship Id="rId5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7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theme" Target="../theme/theme17.xml"/><Relationship Id="rId5" Type="http://schemas.openxmlformats.org/officeDocument/2006/relationships/slideLayout" Target="../slideLayouts/slideLayout83.xml"/><Relationship Id="rId4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99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50" r:id="rId2"/>
    <p:sldLayoutId id="2147483749" r:id="rId3"/>
    <p:sldLayoutId id="2147483705" r:id="rId4"/>
    <p:sldLayoutId id="2147483751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995269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95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846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963930" y="652529"/>
            <a:ext cx="6941398" cy="297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48019" y="1196753"/>
            <a:ext cx="8417982" cy="4929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973014" y="6445279"/>
            <a:ext cx="3228453" cy="412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현대체 Light" panose="02020503020101020101" pitchFamily="18" charset="-127"/>
                <a:ea typeface="현대체 Light" panose="02020503020101020101" pitchFamily="18" charset="-127"/>
                <a:cs typeface="현대체 Light" panose="02020503020101020101" pitchFamily="18" charset="-127"/>
              </a:defRPr>
            </a:lvl1pPr>
          </a:lstStyle>
          <a:p>
            <a:pPr defTabSz="914400"/>
            <a:endParaRPr lang="ko-KR" altLang="en-US" dirty="0">
              <a:solidFill>
                <a:srgbClr val="4D4C4E">
                  <a:tint val="75000"/>
                </a:srgb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438600"/>
            <a:ext cx="2311400" cy="41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현대체 Light" panose="02020503020101020101" pitchFamily="18" charset="-127"/>
                <a:ea typeface="현대체 Light" panose="02020503020101020101" pitchFamily="18" charset="-127"/>
                <a:cs typeface="현대체 Light" panose="02020503020101020101" pitchFamily="18" charset="-127"/>
              </a:defRPr>
            </a:lvl1pPr>
          </a:lstStyle>
          <a:p>
            <a:pPr defTabSz="914400"/>
            <a:fld id="{0061C8C0-D17A-4AB6-8BA3-823AA3DB1276}" type="slidenum">
              <a:rPr lang="ko-KR" altLang="en-US" smtClean="0">
                <a:solidFill>
                  <a:srgbClr val="4D4C4E">
                    <a:tint val="75000"/>
                  </a:srgbClr>
                </a:solidFill>
              </a:rPr>
              <a:pPr defTabSz="914400"/>
              <a:t>‹#›</a:t>
            </a:fld>
            <a:endParaRPr lang="ko-KR" altLang="en-US">
              <a:solidFill>
                <a:srgbClr val="4D4C4E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93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tx1"/>
          </a:solidFill>
          <a:latin typeface="현대체 Bold" panose="02020503020101020101" pitchFamily="18" charset="-127"/>
          <a:ea typeface="현대체 Bold" panose="02020503020101020101" pitchFamily="18" charset="-127"/>
          <a:cs typeface="현대체 Bold" panose="02020503020101020101" pitchFamily="18" charset="-127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현대체 Medium" panose="02020503020101020101" pitchFamily="18" charset="-127"/>
          <a:ea typeface="현대체 Medium" panose="02020503020101020101" pitchFamily="18" charset="-127"/>
          <a:cs typeface="현대체 Medium" panose="02020503020101020101" pitchFamily="18" charset="-127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현대체 Medium" panose="02020503020101020101" pitchFamily="18" charset="-127"/>
          <a:ea typeface="현대체 Medium" panose="02020503020101020101" pitchFamily="18" charset="-127"/>
          <a:cs typeface="현대체 Medium" panose="02020503020101020101" pitchFamily="18" charset="-127"/>
        </a:defRPr>
      </a:lvl2pPr>
      <a:lvl3pPr marL="1143000" indent="-228600" algn="l" defTabSz="914400" rtl="0" eaLnBrk="1" latinLnBrk="1" hangingPunct="1">
        <a:spcBef>
          <a:spcPct val="20000"/>
        </a:spcBef>
        <a:buFont typeface="현대체 Medium" panose="02020503020101020101" pitchFamily="18" charset="-127"/>
        <a:buChar char="-"/>
        <a:defRPr sz="1500" kern="1200">
          <a:solidFill>
            <a:schemeClr val="tx1"/>
          </a:solidFill>
          <a:latin typeface="현대체 Medium" panose="02020503020101020101" pitchFamily="18" charset="-127"/>
          <a:ea typeface="현대체 Medium" panose="02020503020101020101" pitchFamily="18" charset="-127"/>
          <a:cs typeface="현대체 Medium" panose="02020503020101020101" pitchFamily="18" charset="-127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현대체 Medium" panose="02020503020101020101" pitchFamily="18" charset="-127"/>
          <a:ea typeface="현대체 Medium" panose="02020503020101020101" pitchFamily="18" charset="-127"/>
          <a:cs typeface="현대체 Medium" panose="02020503020101020101" pitchFamily="18" charset="-127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현대체 Medium" panose="02020503020101020101" pitchFamily="18" charset="-127"/>
          <a:ea typeface="현대체 Medium" panose="02020503020101020101" pitchFamily="18" charset="-127"/>
          <a:cs typeface="현대체 Medium" panose="02020503020101020101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31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56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73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217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31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785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598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42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78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7678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08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37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ko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hyperlink" Target="https://github.com/hyundai-robotics/hrbook2pdf.j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helpx.adobe.com/acrobat/using/page-thumbnails-bookmarks-pdfs.html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60512" y="2852936"/>
            <a:ext cx="9289032" cy="539914"/>
          </a:xfrm>
          <a:noFill/>
        </p:spPr>
        <p:txBody>
          <a:bodyPr wrap="square" lIns="95779" tIns="47890" rIns="95779" bIns="47890" rtlCol="0">
            <a:spAutoFit/>
          </a:bodyPr>
          <a:lstStyle/>
          <a:p>
            <a:pPr>
              <a:spcBef>
                <a:spcPts val="1044"/>
              </a:spcBef>
              <a:buFont typeface="Arial" panose="020B0604020202020204" pitchFamily="34" charset="0"/>
            </a:pPr>
            <a:r>
              <a:rPr lang="en-US" altLang="ko-KR" sz="32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hrbook2pdf</a:t>
            </a:r>
            <a:endParaRPr lang="ko-KR" altLang="en-US" sz="3200" dirty="0"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15586" y="4725144"/>
            <a:ext cx="3262451" cy="359864"/>
          </a:xfrm>
        </p:spPr>
        <p:txBody>
          <a:bodyPr/>
          <a:lstStyle/>
          <a:p>
            <a:r>
              <a:rPr lang="en-US" altLang="ko-KR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2022</a:t>
            </a:r>
            <a:r>
              <a:rPr lang="ko-KR" altLang="en-US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년 </a:t>
            </a:r>
            <a:r>
              <a:rPr lang="en-US" altLang="ko-KR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r>
              <a:rPr lang="ko-KR" altLang="en-US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월 </a:t>
            </a:r>
            <a:r>
              <a:rPr lang="en-US" altLang="ko-KR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12</a:t>
            </a:r>
            <a:r>
              <a:rPr lang="ko-KR" altLang="en-US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일</a:t>
            </a:r>
            <a:endParaRPr lang="ko-KR" altLang="en-US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537680"/>
            <a:ext cx="752659" cy="215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제목 1"/>
          <p:cNvSpPr txBox="1">
            <a:spLocks/>
          </p:cNvSpPr>
          <p:nvPr/>
        </p:nvSpPr>
        <p:spPr>
          <a:xfrm>
            <a:off x="560512" y="2509664"/>
            <a:ext cx="1656184" cy="290615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algn="l" defTabSz="95702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4600" kern="1200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>
              <a:spcBef>
                <a:spcPts val="1044"/>
              </a:spcBef>
              <a:buFont typeface="Arial" panose="020B0604020202020204" pitchFamily="34" charset="0"/>
              <a:buNone/>
            </a:pPr>
            <a:r>
              <a:rPr lang="ko-KR" altLang="en-US" sz="1400" dirty="0">
                <a:solidFill>
                  <a:srgbClr val="10B05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설명서 웹 기반화</a:t>
            </a:r>
            <a:endParaRPr lang="ko-KR" altLang="en-US" sz="1400" dirty="0">
              <a:solidFill>
                <a:srgbClr val="10B05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552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유의 사항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xmlns:lc="http://schemas.openxmlformats.org/drawingml/2006/lockedCanvas" id="{C3A6451A-D42D-4533-BAAB-2768EB62B87B}"/>
              </a:ext>
            </a:extLst>
          </p:cNvPr>
          <p:cNvSpPr txBox="1"/>
          <p:nvPr/>
        </p:nvSpPr>
        <p:spPr>
          <a:xfrm>
            <a:off x="369500" y="1189122"/>
            <a:ext cx="9047995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애플리케이션은 공개 소프트웨어가 아니며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현대로보틱스 내부 사용 용도로 제작되었습니다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고객사를 포함해 </a:t>
            </a:r>
            <a:r>
              <a:rPr lang="ko-KR" altLang="en-US" sz="14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사외로는 절대 공개하지 마시기 바랍니다</a:t>
            </a:r>
            <a:r>
              <a:rPr lang="en-US" altLang="ko-KR" sz="14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lang="ko-KR" altLang="en-US" sz="14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특히 소스코드 전달 금지</a:t>
            </a:r>
            <a:r>
              <a:rPr lang="en-US" altLang="ko-KR" sz="14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!)</a:t>
            </a:r>
            <a:endParaRPr lang="en-US" altLang="ko-KR" sz="1400" dirty="0" smtClean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문제점이나 문의사항이 있다면 연락주실 곳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  <a:b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제어개발팀 최원혁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수석 </a:t>
            </a:r>
            <a:r>
              <a:rPr lang="en-US" altLang="ko-KR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(010-7979-2491)</a:t>
            </a:r>
            <a:endParaRPr lang="en-US" altLang="ko-KR" sz="1400" dirty="0" smtClean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659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개요 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- .pdf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파일이 필요할까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xmlns:lc="http://schemas.openxmlformats.org/drawingml/2006/lockedCanvas" id="{C3A6451A-D42D-4533-BAAB-2768EB62B87B}"/>
              </a:ext>
            </a:extLst>
          </p:cNvPr>
          <p:cNvSpPr txBox="1"/>
          <p:nvPr/>
        </p:nvSpPr>
        <p:spPr>
          <a:xfrm>
            <a:off x="369500" y="4752179"/>
            <a:ext cx="9047995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hrbook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서비스를 활용해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 기반의 온라인 설명서를 간편하게 참조할 수 있다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하지만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다음과 같이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pdf </a:t>
            </a:r>
            <a:r>
              <a:rPr lang="ko-KR" altLang="en-US" sz="1400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형식의 설명서가 필요한 경우도 있다</a:t>
            </a:r>
            <a:r>
              <a:rPr lang="en-US" altLang="ko-KR" sz="1400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인터넷 사용이 열악한 지역으로의 출장 중</a:t>
            </a:r>
            <a:r>
              <a:rPr lang="en-US" altLang="ko-KR" sz="14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인터넷 사용이 차단된</a:t>
            </a:r>
            <a:r>
              <a:rPr lang="en-US" altLang="ko-KR" sz="14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보안이 강화된 산업현장</a:t>
            </a:r>
            <a:r>
              <a:rPr lang="en-US" altLang="ko-KR" sz="14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종이책을 선호하는 사용자를 위한 인쇄</a:t>
            </a:r>
            <a:r>
              <a:rPr lang="en-US" altLang="ko-KR" sz="14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296" y="980728"/>
            <a:ext cx="1863522" cy="333104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848" y="980729"/>
            <a:ext cx="3639220" cy="333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01" y="980729"/>
            <a:ext cx="2915532" cy="333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3341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개요 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- hrbook2pdf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소개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xmlns:lc="http://schemas.openxmlformats.org/drawingml/2006/lockedCanvas" id="{C3A6451A-D42D-4533-BAAB-2768EB62B87B}"/>
              </a:ext>
            </a:extLst>
          </p:cNvPr>
          <p:cNvSpPr txBox="1"/>
          <p:nvPr/>
        </p:nvSpPr>
        <p:spPr>
          <a:xfrm>
            <a:off x="4448944" y="980728"/>
            <a:ext cx="5184576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hrbook2pdf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hrbook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용으로 작성된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markdown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컨텐츠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repository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읽어 인쇄에 적합한 형태로 보여주는 웹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애플리케이션이다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Chrome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 브라우저의 인쇄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PDF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저장 기능을 이용해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 전체를 단일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파일로 저장할 수 있다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707" y="3705363"/>
            <a:ext cx="1921828" cy="2707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720" y="3705363"/>
            <a:ext cx="1911532" cy="2707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xmlns:lc="http://schemas.openxmlformats.org/drawingml/2006/lockedCanvas" id="{C3A6451A-D42D-4533-BAAB-2768EB62B87B}"/>
              </a:ext>
            </a:extLst>
          </p:cNvPr>
          <p:cNvSpPr txBox="1"/>
          <p:nvPr/>
        </p:nvSpPr>
        <p:spPr>
          <a:xfrm>
            <a:off x="6537176" y="4332798"/>
            <a:ext cx="3096344" cy="205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book.css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적용되므로 당사의 설명서 디자인과 최대한 유사하게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출력된다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표지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머릿글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바닥글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페이지를 모두 갖추고 있고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css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조정하면 글꼴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줄간격 등 각종 스타일 변경이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가능하다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944" y="3705362"/>
            <a:ext cx="1917212" cy="270770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263" y="980728"/>
            <a:ext cx="3745805" cy="19281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77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설치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68824" y="836712"/>
            <a:ext cx="540930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Chrome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 브라우저 설치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200" b="1" dirty="0" smtClean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  <a:hlinkClick r:id="rId3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https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://nodejs.org/ko/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설치</a:t>
            </a:r>
            <a:r>
              <a:rPr lang="en-US" altLang="ko-KR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LTS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버전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b="1" dirty="0" smtClean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 프로젝트를 로컬 드라이브에 클론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(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주의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private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이므로 권한 필요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b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https</a:t>
            </a:r>
            <a:r>
              <a:rPr lang="en-US" altLang="ko-KR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://github.com/hyundai-robotics/hrbook2pdf.js</a:t>
            </a:r>
            <a:endParaRPr lang="en-US" altLang="ko-KR" sz="1200" b="1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b="1" dirty="0" smtClean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61" y="836712"/>
            <a:ext cx="2460328" cy="2686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529064" y="3933056"/>
            <a:ext cx="403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4) hrbook2pdf.js/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폴더에서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install.bat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실행하여 필요한 모듈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설치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더블클릭해도 됨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.)</a:t>
            </a:r>
            <a:endParaRPr lang="en-US" altLang="ko-KR" sz="1200" b="1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169" y="3933056"/>
            <a:ext cx="4958820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170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대상 준비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</a:t>
            </a:r>
            <a:r>
              <a:rPr lang="en-US" altLang="ko-KR" sz="1800" dirty="0" err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hrbook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contents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클론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meta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정보 설정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xmlns:lc="http://schemas.openxmlformats.org/drawingml/2006/lockedCanvas" id="{C3A6451A-D42D-4533-BAAB-2768EB62B87B}"/>
              </a:ext>
            </a:extLst>
          </p:cNvPr>
          <p:cNvSpPr txBox="1"/>
          <p:nvPr/>
        </p:nvSpPr>
        <p:spPr>
          <a:xfrm>
            <a:off x="4592960" y="4293096"/>
            <a:ext cx="5184576" cy="198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langCode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언어코드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series :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 시리즈 제목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title :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 제목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publisher :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출판사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tocTitle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 상단에 배치할 문구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tocTitleElements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TOC(Table of Contents),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 목차에 열거할 제목의 레벨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그림에서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html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&lt;h1&gt;, &lt;h2&gt;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chapter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section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레벨까지만 목차에 열거하는 것으로 설정했다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6" y="777788"/>
            <a:ext cx="4017576" cy="272293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="" xmlns:a16="http://schemas.microsoft.com/office/drawing/2014/main" xmlns:lc="http://schemas.openxmlformats.org/drawingml/2006/lockedCanvas" id="{C3A6451A-D42D-4533-BAAB-2768EB62B87B}"/>
              </a:ext>
            </a:extLst>
          </p:cNvPr>
          <p:cNvSpPr txBox="1"/>
          <p:nvPr/>
        </p:nvSpPr>
        <p:spPr>
          <a:xfrm>
            <a:off x="4592960" y="2208057"/>
            <a:ext cx="518457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30000"/>
              </a:lnSpc>
              <a:buAutoNum type="arabicParenR"/>
            </a:pPr>
            <a:r>
              <a:rPr lang="en-US" altLang="ko-KR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 </a:t>
            </a:r>
            <a:r>
              <a:rPr lang="ko-KR" altLang="en-US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파일로 만들 </a:t>
            </a:r>
            <a:r>
              <a:rPr lang="en-US" altLang="ko-KR" sz="1200" b="1" dirty="0" err="1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hrbook</a:t>
            </a:r>
            <a:r>
              <a:rPr lang="en-US" altLang="ko-KR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contents</a:t>
            </a:r>
            <a:r>
              <a:rPr lang="ko-KR" altLang="en-US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로컬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드라이브에 클론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200" b="1" dirty="0" smtClean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30000"/>
              </a:lnSpc>
              <a:buAutoNum type="arabicParenR"/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Space </a:t>
            </a:r>
            <a:r>
              <a:rPr lang="en-US" altLang="ko-KR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repository</a:t>
            </a:r>
            <a:r>
              <a:rPr lang="ko-KR" altLang="en-US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루트에 </a:t>
            </a:r>
            <a:r>
              <a:rPr lang="en-US" altLang="ko-KR" sz="1200" b="1" dirty="0" err="1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bookinfo.json</a:t>
            </a:r>
            <a:r>
              <a:rPr lang="ko-KR" altLang="en-US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만들어 책의 </a:t>
            </a:r>
            <a:r>
              <a:rPr lang="en-US" altLang="ko-KR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 </a:t>
            </a:r>
            <a:r>
              <a:rPr lang="ko-KR" altLang="en-US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정보를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정보는 책 표지와 목차</a:t>
            </a:r>
            <a:r>
              <a:rPr lang="en-US" altLang="ko-KR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머릿글</a:t>
            </a:r>
            <a:r>
              <a:rPr lang="en-US" altLang="ko-KR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바닥글에 사용된다</a:t>
            </a:r>
            <a:r>
              <a:rPr lang="en-US" altLang="ko-KR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6" y="4293096"/>
            <a:ext cx="4048125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594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실행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run.bat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2861" y="4219165"/>
            <a:ext cx="2999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arenR"/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run.bat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실행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더블클릭해도 됨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7525" y="4219165"/>
            <a:ext cx="4176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Chrome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열리면서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hrbook2pdf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실행됨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85" y="1368001"/>
            <a:ext cx="4467715" cy="2270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525" y="1368002"/>
            <a:ext cx="4367501" cy="22482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85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85048" y="836711"/>
            <a:ext cx="4320480" cy="54497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.md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파일들은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public/out/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폴더에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.html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변환되어 있다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.md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 하나씩의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.html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파일이 있으며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중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book.html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모든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.html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파일을 연결한 파일이다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b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out/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폴더를 직접 다뤄야 할 필요는 없으므로 이 정도만 이해하면 된다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실행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bind-book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5241" y="4867237"/>
            <a:ext cx="485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Space repository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경로를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입력하고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bind-book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후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5~10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정도 기다리면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completed!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라는 메시지가 나타난다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200" b="1" dirty="0" smtClean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01" y="1844824"/>
            <a:ext cx="4727515" cy="24881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63" y="1052736"/>
            <a:ext cx="4014987" cy="3536076"/>
          </a:xfrm>
          <a:prstGeom prst="rect">
            <a:avLst/>
          </a:prstGeom>
          <a:noFill/>
          <a:ln w="9525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5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실행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print-book, PDF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저장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032" y="2104085"/>
            <a:ext cx="3620812" cy="3112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257775" y="5370959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위와 같이 설정하고 저장 버튼 클릭하면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pdf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파일이 생성된다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99" y="5370959"/>
            <a:ext cx="3791411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print-book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버튼을 클릭하면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변환된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html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파일의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preview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열린다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마우스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우버튼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 클릭</a:t>
            </a:r>
            <a:endParaRPr lang="en-US" altLang="ko-KR" sz="1200" b="1" dirty="0" smtClean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00" y="834168"/>
            <a:ext cx="3791411" cy="4382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11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참고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]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자동 번역을 해야 한다면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17094" y="5001627"/>
            <a:ext cx="38164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…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 열고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언어 선택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드롭다운 리스트에서 원하는 언어 선택하고 완료 버튼 클릭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페이지를 끝까지 넘겨 가면서 책 전체의 번역이 렌더링 되길 기다린 후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PDF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저장 수행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200" b="1" dirty="0" smtClean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9499" y="5001627"/>
            <a:ext cx="379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마우스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우버튼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XXX (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번역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</a:t>
            </a:r>
            <a:endParaRPr lang="en-US" altLang="ko-KR" sz="1200" b="1" dirty="0" smtClean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01" y="836712"/>
            <a:ext cx="5110336" cy="39329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095" y="836712"/>
            <a:ext cx="3450730" cy="19867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096" y="2996952"/>
            <a:ext cx="3450730" cy="1886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385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참고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]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미진한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점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개선 필요한 사항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550923"/>
              </p:ext>
            </p:extLst>
          </p:nvPr>
        </p:nvGraphicFramePr>
        <p:xfrm>
          <a:off x="704528" y="836712"/>
          <a:ext cx="8640960" cy="2946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48"/>
                <a:gridCol w="4608512"/>
              </a:tblGrid>
              <a:tr h="24367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문제점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대책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.pdf 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앞 부분에 목차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(toc)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만들어지지만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navigation-bar </a:t>
                      </a:r>
                      <a:r>
                        <a:rPr lang="ko-KR" altLang="en-US" sz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책갈피</a:t>
                      </a:r>
                      <a:r>
                        <a:rPr lang="en-US" altLang="ko-KR" sz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(bookmark)</a:t>
                      </a:r>
                      <a:r>
                        <a:rPr lang="ko-KR" altLang="en-US" sz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안 만들어진다</a:t>
                      </a:r>
                      <a:r>
                        <a:rPr lang="en-US" altLang="ko-KR" sz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(Chrome</a:t>
                      </a:r>
                      <a:r>
                        <a:rPr lang="ko-KR" altLang="en-US" sz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미제공 기능</a:t>
                      </a:r>
                      <a:r>
                        <a:rPr lang="en-US" altLang="ko-KR" sz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Acrobat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DC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무료 버전에는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책갈피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생성 기능 없음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indent="-17145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Acrobat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DC Pro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버전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만원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에는 책갈피 생성 기능 있음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(make 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bookmark from structure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hlinkClick r:id="rId2"/>
                        </a:rPr>
                        <a:t>https://helpx.adobe.com/acrobat/using/page-thumbnails-bookmarks-pdfs.html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Chrome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용량이 큰 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book(1000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 정도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미리보기 시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간혹 좌우로 밀려 표시되는 페이지가 생기고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.pdf 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파일로도 그대로 밀려 저장된다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원인불명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Chrome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에서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미리보기 해놓고 한참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(10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여분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?)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기다렸다가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.pdf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 저장하면 괜찮은 것 같다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확실치는 않음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indent="-17145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의외로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Microsoft Edge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크로미움 기반 신규 브라우저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에서는 문제가 없는 것 같다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확실치는 않음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51" y="3645024"/>
            <a:ext cx="3569271" cy="266429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own Arrow 2"/>
          <p:cNvSpPr/>
          <p:nvPr/>
        </p:nvSpPr>
        <p:spPr>
          <a:xfrm rot="2700000">
            <a:off x="2549390" y="3865163"/>
            <a:ext cx="225322" cy="32637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798440" y="3685192"/>
            <a:ext cx="1370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 밀림 현상</a:t>
            </a:r>
            <a:endParaRPr lang="ko-KR" altLang="en-US" sz="12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659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끝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xmlns:lc="http://schemas.openxmlformats.org/drawingml/2006/lockedCanvas" id="{C3A6451A-D42D-4533-BAAB-2768EB62B87B}"/>
              </a:ext>
            </a:extLst>
          </p:cNvPr>
          <p:cNvSpPr txBox="1"/>
          <p:nvPr/>
        </p:nvSpPr>
        <p:spPr>
          <a:xfrm>
            <a:off x="4016896" y="3140968"/>
            <a:ext cx="1368152" cy="661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ko-KR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끝</a:t>
            </a:r>
            <a:endParaRPr lang="en-US" altLang="ko-KR" sz="3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649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2.xml><?xml version="1.0" encoding="utf-8"?>
<a:theme xmlns:a="http://schemas.openxmlformats.org/drawingml/2006/main" name="2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3.xml><?xml version="1.0" encoding="utf-8"?>
<a:theme xmlns:a="http://schemas.openxmlformats.org/drawingml/2006/main" name="3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65000"/>
            </a:schemeClr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4.xml><?xml version="1.0" encoding="utf-8"?>
<a:theme xmlns:a="http://schemas.openxmlformats.org/drawingml/2006/main" name="4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5.xml><?xml version="1.0" encoding="utf-8"?>
<a:theme xmlns:a="http://schemas.openxmlformats.org/drawingml/2006/main" name="7_옵션안 표지">
  <a:themeElements>
    <a:clrScheme name="HHI PPT 컬러 시스템">
      <a:dk1>
        <a:srgbClr val="4D4C4E"/>
      </a:dk1>
      <a:lt1>
        <a:sysClr val="window" lastClr="FFFFFF"/>
      </a:lt1>
      <a:dk2>
        <a:srgbClr val="262627"/>
      </a:dk2>
      <a:lt2>
        <a:srgbClr val="EAEAEA"/>
      </a:lt2>
      <a:accent1>
        <a:srgbClr val="009DBC"/>
      </a:accent1>
      <a:accent2>
        <a:srgbClr val="034168"/>
      </a:accent2>
      <a:accent3>
        <a:srgbClr val="618844"/>
      </a:accent3>
      <a:accent4>
        <a:srgbClr val="246478"/>
      </a:accent4>
      <a:accent5>
        <a:srgbClr val="81776A"/>
      </a:accent5>
      <a:accent6>
        <a:srgbClr val="FDB913"/>
      </a:accent6>
      <a:hlink>
        <a:srgbClr val="0000FF"/>
      </a:hlink>
      <a:folHlink>
        <a:srgbClr val="800080"/>
      </a:folHlink>
    </a:clrScheme>
    <a:fontScheme name="현대체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7.xml><?xml version="1.0" encoding="utf-8"?>
<a:theme xmlns:a="http://schemas.openxmlformats.org/drawingml/2006/main" name="6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8.xml><?xml version="1.0" encoding="utf-8"?>
<a:theme xmlns:a="http://schemas.openxmlformats.org/drawingml/2006/main" name="7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9.xml><?xml version="1.0" encoding="utf-8"?>
<a:theme xmlns:a="http://schemas.openxmlformats.org/drawingml/2006/main" name="8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10.xml><?xml version="1.0" encoding="utf-8"?>
<a:theme xmlns:a="http://schemas.openxmlformats.org/drawingml/2006/main" name="9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11.xml><?xml version="1.0" encoding="utf-8"?>
<a:theme xmlns:a="http://schemas.openxmlformats.org/drawingml/2006/main" name="10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12.xml><?xml version="1.0" encoding="utf-8"?>
<a:theme xmlns:a="http://schemas.openxmlformats.org/drawingml/2006/main" name="11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13.xml><?xml version="1.0" encoding="utf-8"?>
<a:theme xmlns:a="http://schemas.openxmlformats.org/drawingml/2006/main" name="12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14.xml><?xml version="1.0" encoding="utf-8"?>
<a:theme xmlns:a="http://schemas.openxmlformats.org/drawingml/2006/main" name="13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15.xml><?xml version="1.0" encoding="utf-8"?>
<a:theme xmlns:a="http://schemas.openxmlformats.org/drawingml/2006/main" name="14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16.xml><?xml version="1.0" encoding="utf-8"?>
<a:theme xmlns:a="http://schemas.openxmlformats.org/drawingml/2006/main" name="15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17.xml><?xml version="1.0" encoding="utf-8"?>
<a:theme xmlns:a="http://schemas.openxmlformats.org/drawingml/2006/main" name="16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efault" id="{514AB023-3E88-45AB-9C44-D3BC96310A44}" vid="{2FD45F26-A038-4DE9-B897-F088B7C0D50C}"/>
    </a:ext>
  </a:extLst>
</a:theme>
</file>

<file path=ppt/theme/theme1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32108</TotalTime>
  <Words>543</Words>
  <Application>Microsoft Office PowerPoint</Application>
  <PresentationFormat>A4 Paper (210x297 mm)</PresentationFormat>
  <Paragraphs>70</Paragraphs>
  <Slides>12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17</vt:i4>
      </vt:variant>
      <vt:variant>
        <vt:lpstr>Slide Titles</vt:lpstr>
      </vt:variant>
      <vt:variant>
        <vt:i4>12</vt:i4>
      </vt:variant>
    </vt:vector>
  </HeadingPairs>
  <TitlesOfParts>
    <vt:vector size="29" baseType="lpstr">
      <vt:lpstr>1_Default Theme</vt:lpstr>
      <vt:lpstr>2_Default Theme</vt:lpstr>
      <vt:lpstr>3_Default Theme</vt:lpstr>
      <vt:lpstr>4_Default Theme</vt:lpstr>
      <vt:lpstr>7_옵션안 표지</vt:lpstr>
      <vt:lpstr>5_Default Theme</vt:lpstr>
      <vt:lpstr>6_Default Theme</vt:lpstr>
      <vt:lpstr>7_Default Theme</vt:lpstr>
      <vt:lpstr>8_Default Theme</vt:lpstr>
      <vt:lpstr>9_Default Theme</vt:lpstr>
      <vt:lpstr>10_Default Theme</vt:lpstr>
      <vt:lpstr>11_Default Theme</vt:lpstr>
      <vt:lpstr>12_Default Theme</vt:lpstr>
      <vt:lpstr>13_Default Theme</vt:lpstr>
      <vt:lpstr>14_Default Theme</vt:lpstr>
      <vt:lpstr>15_Default Theme</vt:lpstr>
      <vt:lpstr>16_Default Theme</vt:lpstr>
      <vt:lpstr>hrbook2pdf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김규표</dc:creator>
  <cp:lastModifiedBy>우리집</cp:lastModifiedBy>
  <cp:revision>2874</cp:revision>
  <cp:lastPrinted>2020-12-17T06:44:41Z</cp:lastPrinted>
  <dcterms:created xsi:type="dcterms:W3CDTF">2017-01-23T07:34:20Z</dcterms:created>
  <dcterms:modified xsi:type="dcterms:W3CDTF">2022-06-12T09:05:28Z</dcterms:modified>
</cp:coreProperties>
</file>